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182B4D"/>
                </a:solidFill>
              </a:rPr>
              <a:t>DeepHAR-MLOps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77B4"/>
                </a:solidFill>
              </a:rPr>
              <a:t>Sequence-Aware Deep Learning for Smartphone Human Activity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282828"/>
                </a:solidFill>
              </a:rPr>
              <a:t>Vineeth | Siddharth | Arshan | Soham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Recognizing human movement from phone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Smartphones already contain accelerometers and gyroscopes.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Activity recognition can support fitness tracking, fall detection, elderly care, and health monitoring.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The system does not need GPS, camera, microphone, or manual input.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Low-power sensor inference is practical for mobile and wearable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Predict activity from a short raw sensor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Input: 2.56 second window sampled at 50 Hz.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Shape: 128 timesteps x 9 sensor channels.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Output: one of six classes: walking, upstairs, downstairs, sitting, standing, laying.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Evaluation: subject-based split, so test users are unseen during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UCI Human Activity Recognition using Smartphones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30 volunteers performed six activities while carrying a Samsung Galaxy S II at the waist.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Signals include body acceleration, body gyroscope, and total acceleration on x/y/z axes.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The dataset is already windowed and labeled.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Preprocessing: z-score normalization fitted on training data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Core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Temporal structure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Movement is not just a collection of numbers; the order of the signal matters.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MLP baseline learns from flattened inputs but has no explicit temporal inductive bias.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CNNs learn local motion motifs such as periodic walking patterns.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LSTM, TCN, and attention models capture longer temporal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Model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Baseline and sequence-aware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MLP: flattened nonlinear baseline.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1D CNN: local temporal pattern extraction.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CNN-LSTM: convolutional feature extraction followed by sequence modeling.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TCN: residual dilated temporal convolutions.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</a:defRPr>
            </a:pPr>
            <a:r>
              <a:t>CNN-BiLSTM-Attention: stronger advanced sequence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Baseline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Original notebook metrics on unseen subjects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B4D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B4D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B4D"/>
                          </a:solidFill>
                        </a:rP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B4D"/>
                          </a:solidFill>
                        </a:rPr>
                        <a:t>Train time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91.38%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0.9135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82s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91.79%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0.9189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529s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CNN-LSTM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93.25%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0.9335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82828"/>
                          </a:solidFill>
                        </a:rPr>
                        <a:t>829s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baseline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34440"/>
            <a:ext cx="4754880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84048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CNN-LSTM is the best initial baseline.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Static postures remain hardest: sitting vs standing confusion.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Ablation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Experiments that show what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Architecture: MLP vs CNN vs CNN-LSTM vs TCN vs attention.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Sensor subset: all sensors vs accelerometer only vs gyroscope only.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Augmentation: no augmentation vs jitter, scaling, and time masking.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Hyperparameters: learning rate, dropout, batch size, and hidden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MLOps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Turning the notebook into a submission-ready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Reusable train/evaluate/infer Python modules.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Saved checkpoints, normalizer, metrics, plots, and confusion matrices.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MLflow and TensorBoard hooks for experiment tracking.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Gradio app for interactive inference from uploaded sensor windows.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Dockerfile and GitHub Actions smoke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Team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Clear ownership for the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Vineeth: model design, training pipeline, baseline notebook, advanced models.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Siddharth: MLOps structure, Docker, CI, MLflow/TensorBoard integration.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Arshan: Gradio app, inference workflow, UX, demo screenshots.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Soham: ablation studies, visualizations, report, slides, error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B4D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2828"/>
                </a:solidFill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Deep learning can classify human activity from short smartphone IMU windows.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Sequence-aware models outperform the flattened baseline on unseen users.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The repo is structured as a reproducible MLOps-style project, not only a Colab notebook.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Future work: real-time mobile inference, drift monitoring, and phone-placement robustness.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CMPE 258 | DeepHAR-MLOps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